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247045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64896611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1608836180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585308671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88577452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54435723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079932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7905238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174539050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6917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55820273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103600670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17444756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31314271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244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71243363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55934378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69984361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1078523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226206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86907671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205514166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55324243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00292168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58331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10519889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27659199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534932616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971684504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04107420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09901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4820959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673905207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714540212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100943759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944082482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687979845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25561296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64963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194932968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327718762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800924692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50289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118445670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79056997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652793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914831255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097692725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46776731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08155319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589387729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015377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467287956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701195333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278413364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652910316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878020164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82444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71544582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85157780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31014913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78654203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346638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918234401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9131863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98140534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03392034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770198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26744618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527442110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28077039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79207688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19665" name="Título 1"/>
          <p:cNvSpPr>
            <a:spLocks noGrp="1"/>
          </p:cNvSpPr>
          <p:nvPr>
            <p:ph type="ctrTitle"/>
          </p:nvPr>
        </p:nvSpPr>
        <p:spPr bwMode="auto">
          <a:xfrm>
            <a:off x="1523999" y="40396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es-ES"/>
              <a:t>Test</a:t>
            </a:r>
            <a:endParaRPr lang="es-ES"/>
          </a:p>
        </p:txBody>
      </p:sp>
      <p:pic>
        <p:nvPicPr>
          <p:cNvPr id="501295681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4437667" y="2922695"/>
            <a:ext cx="3316663" cy="33166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2026-02-16T20:46:40Z</dcterms:modified>
</cp:coreProperties>
</file>